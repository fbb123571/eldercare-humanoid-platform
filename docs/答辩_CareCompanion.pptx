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43278"/>
                </a:solidFill>
              </a:defRPr>
            </a:pPr>
            <a:r>
              <a:t>CareCompanion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488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E1E1E"/>
                </a:solidFill>
              </a:defRPr>
            </a:pPr>
            <a:r>
              <a:t>智能养老人形陪伴机器人系统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7315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800" b="1">
                <a:solidFill>
                  <a:srgbClr val="1E1E1E"/>
                </a:solidFill>
              </a:defRPr>
            </a:pPr>
            <a:r>
              <a:t>第一部分</a:t>
            </a:r>
            <a:br/>
            <a:br/>
            <a:r>
              <a:t>「感知—决策—执行」一体化的居家养老安全陪伴平台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第二十六届中国机器人及人工智能大赛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38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机器人创新赛道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第一部分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项目背景与需求分析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社会背景与痛点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随着我国老龄化程度加深，空巢与独居老人数量持续增加。跌倒已成为老年人意外伤害的首要原因之一，而「发现延迟」往往导致救援错过黄金时间。与此同时，老人对情感陪伴的需求日益增长——他们不仅需要被监测，更需要被理解、被回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现有方案的不足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0000"/>
                </a:solidFill>
              </a:defRPr>
            </a:pPr>
            <a:r>
              <a:t>现有产品/方案（Ø）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Ø 智能音箱：无视觉安全闭环，无法实体援助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监控摄像头：只告警不陪伴，缺乏对话与动作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健康手环：难发现跌倒过程，无机器人执行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Ø 纯仿真毕设：缺少真机部署路径与量化评测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4023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3278"/>
                </a:solidFill>
              </a:defRPr>
            </a:pPr>
            <a:r>
              <a:t>CareCompanion（ü）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691640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ü 多模态融合：跌倒+情绪+生理→统一风险引擎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可解释决策：输出风险分数与原因列表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主动照护：告警/语音/手势/紧急呼叫联动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人形接口：ROS2 标准话题，仿真与真机同源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ü 开源可复现：Web 控制台 + 评测脚本 + GitHub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项目概述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500" b="0">
                <a:solidFill>
                  <a:srgbClr val="1E1E1E"/>
                </a:solidFill>
              </a:defRPr>
            </a:pPr>
            <a:r>
              <a:t>基于上述需求，我们开发了 CareCompanion 智能养老人形陪伴机器人软件平台。平台以 CareOrchestrator 为核心，融合 MediaPipe 视觉姿态、文本情感与健康指标，在 Web 控制台完成演示验证，并通过 ROS2 适配层对接人形机器人。系统已实现跌倒紧急链路自动化验证，合成场景跌倒检测 F1 达 100%。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第二部分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关键技术与系统架构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感知层：FallDetector · EmotionRecognizer · HealthMonitor · PosePipeline（MediaPipe）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认知层：RiskEngine（多模态融合）· DialogueManager · CarePlanner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执行层：RobotAdapter → SimulationAdapter / ROS2Adapter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交互层：Web 控制台 · 桌面 GUI · 无头自动化剧本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状态机：MONITOR → CONVERSE → ALERT → EMERGENCY（紧急硬优先级）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多模态风险融合引擎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融合公式：S = 0.45·S_fall + 0.25·S_emo + 0.30·S_health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输出：风险分数、等级（normal/alert/emergency）、原因列表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阈值：alert ≥ 0.65，emergency ≥ 0.85 或确认跌倒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优势：非黑盒 LLM，便于答辩解释与医疗合规沟通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57600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200" b="0">
                <a:solidFill>
                  <a:srgbClr val="1E1E1E"/>
                </a:solidFill>
              </a:defRPr>
            </a:pPr>
            <a:r>
              <a:t>config/default.yaml 集中管理权重与阈值，支持场景调参。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跌倒检测算法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几何特征：骨架宽高比 R=w/h、垂直速度 v_y、静止持续时间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快速跌倒：快速下落 + 躺倒姿态（score ≥ 0.7）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慢速跌倒：躺倒静止 ≥ 2s（养老场景常见，score ≥ 0.55）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MediaPipe Pose：浏览器/摄像头实时骨架 → 自动填充感知参数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评测：6 类合成场景，Precision/Recall/F1 = 100%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情感陪伴与紧急响应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对话：文本情感词典 + 视觉情绪标签融合；可插拔 LLM（默认离线 Mock）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紧急链路：alert_sound → speak → call_emergency → raise_hand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EmergencyNotifier：家属 App / 短信 / 本地告警（可审计日志）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pic>
        <p:nvPicPr>
          <p:cNvPr id="4" name="Picture 3" descr="ppt_emotion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814" y="1261872"/>
            <a:ext cx="5536371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4476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505050"/>
                </a:solidFill>
              </a:defRPr>
            </a:pPr>
            <a:r>
              <a:t>老人输入「最近有点孤独，睡不太好」→ 系统识别情绪低落并生成安抚话术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E1E1E"/>
                </a:solidFill>
              </a:defRPr>
            </a:pPr>
            <a:r>
              <a:t>（界面）情感倾诉交互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数据处理与决策流程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1. 采集感知帧：摄像头骨架 / 滑块仿真 / 可穿戴 JSON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2. FallDetector 更新跌倒分数，Emotion/Health 更新标签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3. RiskEngine 评估等级，状态机切换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4. DialogueManager 生成回复，CarePlanner 输出 RobotAction 序列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5. RobotAdapter 下发至仿真日志或 ROS2 /care/robot_cmd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第三部分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系统实现 · 评测 · 演示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Web 控制台（CareCompanion）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访问地址：http://localhost:8765（bash scripts/run_web.sh）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技术栈：FastAPI + 浏览器前端，支持答辩现场演示</a:t>
            </a:r>
          </a:p>
          <a:p>
            <a:pPr>
              <a:spcAft>
                <a:spcPts val="600"/>
              </a:spcAft>
              <a:defRPr sz="1300">
                <a:solidFill>
                  <a:srgbClr val="1E1E1E"/>
                </a:solidFill>
              </a:defRPr>
            </a:pPr>
            <a:r>
              <a:t>以下截图为实际运行界面（2026-05-27 答辩预演录制）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pic>
        <p:nvPicPr>
          <p:cNvPr id="4" name="Picture 3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261872"/>
            <a:ext cx="8138160" cy="4243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4476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505050"/>
                </a:solidFill>
              </a:defRPr>
            </a:pPr>
            <a:r>
              <a:t>演示场景「老人倾诉」· 风险 0.23 · 机器人主动安抚回复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E1E1E"/>
                </a:solidFill>
              </a:defRPr>
            </a:pPr>
            <a:r>
              <a:t>系统界面：老人倾诉场景（演示剧本）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pic>
        <p:nvPicPr>
          <p:cNvPr id="4" name="Picture 3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520" y="1261872"/>
            <a:ext cx="3954958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4476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505050"/>
                </a:solidFill>
              </a:defRPr>
            </a:pPr>
            <a:r>
              <a:t>多模态融合输出：风险分数、因素、机器人回应及四项监测指标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E1E1E"/>
                </a:solidFill>
              </a:defRPr>
            </a:pPr>
            <a:r>
              <a:t>系统界面：风险决策仪表盘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pic>
        <p:nvPicPr>
          <p:cNvPr id="4" name="Picture 3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261872"/>
            <a:ext cx="8138160" cy="42121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4476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505050"/>
                </a:solidFill>
              </a:defRPr>
            </a:pPr>
            <a:r>
              <a:t>状态机进入「紧急」· 感知输入与 MediaPipe 视觉模块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E1E1E"/>
                </a:solidFill>
              </a:defRPr>
            </a:pPr>
            <a:r>
              <a:t>系统界面：紧急状态监测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pic>
        <p:nvPicPr>
          <p:cNvPr id="4" name="Picture 3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261872"/>
            <a:ext cx="8138160" cy="43790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4476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505050"/>
                </a:solidFill>
              </a:defRPr>
            </a:pPr>
            <a:r>
              <a:t>演示完成：跌倒紧急流程已成功触发 · 多次紧急安抚语音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E1E1E"/>
                </a:solidFill>
              </a:defRPr>
            </a:pPr>
            <a:r>
              <a:t>系统界面：跌倒紧急对话日志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pic>
        <p:nvPicPr>
          <p:cNvPr id="4" name="Picture 3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1261872"/>
            <a:ext cx="8138160" cy="1835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4476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505050"/>
                </a:solidFill>
              </a:defRPr>
            </a:pPr>
            <a:r>
              <a:t>告警音 → 语音 → 紧急呼叫（跌倒事件）→ 举手手势，全链路可追溯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30352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1E1E1E"/>
                </a:solidFill>
              </a:defRPr>
            </a:pPr>
            <a:r>
              <a:t>系统界面：机器人指令流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实验评测结果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371600"/>
          <a:ext cx="694944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</a:tblGrid>
              <a:tr h="320039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Precision（合成6场景）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跌倒检测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端到端紧急呼叫触发率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100%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单帧决策延迟（CPU，无云端LLM）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&lt; 50 ms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单元测试 + 无头压测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pytest 全部通过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977639"/>
            <a:ext cx="8138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100" b="0">
                <a:solidFill>
                  <a:srgbClr val="1E1E1E"/>
                </a:solidFill>
              </a:defRPr>
            </a:pPr>
            <a:r>
              <a:t>详见 data/evaluation/results/fall_eval_report.json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开源与知识产权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GitHub 开源：https://github.com/FBB123571/ElderCare-Humanoid-Platform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答辩演示：http://localhost:8765（现场端口转发）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软件名称建议：CareCompanion 智能养老人形陪伴机器人系统 V1.0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核心代码：care_companion/ · web/ · scripts/ · tests/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文档：技术报告 · 架构说明 · 部署指南 · 竞赛答辩要点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（请填写）软著登记号 / 团队成员 / 指导教师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E1E1E"/>
                </a:solidFill>
              </a:defRPr>
            </a:pPr>
            <a:r>
              <a:t>第四部分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3278"/>
                </a:solidFill>
              </a:defRPr>
            </a:pPr>
            <a:r>
              <a:t>创新维度与未来展望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创新维度总结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84124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</a:tblGrid>
              <a:tr h="5791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创新维度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描述</a:t>
                      </a:r>
                    </a:p>
                  </a:txBody>
                  <a:tcPr>
                    <a:solidFill>
                      <a:srgbClr val="143278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多模态融合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跌倒、情绪、健康统一 RiskEngine，输出可解释原因，优于孤立模块堆叠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安全闭环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紧急事件硬优先级状态机，覆盖对话与常规任务，触发 call_emergency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视觉感知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MediaPipe 姿态接入 Web 与本地摄像头，非纯滑块仿真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工程化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仿真/Web/ROS2 共用 Orchestrator；一键评测与无头验证脚本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应用价值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1E1E"/>
                          </a:solidFill>
                        </a:defRPr>
                      </a:pPr>
                      <a:r>
                        <a:t>契合智慧养老政策，降低跌倒发现空窗，支持边缘本地推理保护隐私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对接 Unitree 等人形机器人，完成 speak/gesture/approach 真机视频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引入 UR Fall 等公开数据集，开展泛化评测与误报分析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多老人房间场景、遮挡与光照鲁棒性优化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结合社区/养老院调研，完善产品化与成本评估</a:t>
            </a:r>
          </a:p>
          <a:p>
            <a:pPr>
              <a:spcAft>
                <a:spcPts val="600"/>
              </a:spcAft>
              <a:defRPr sz="1400">
                <a:solidFill>
                  <a:srgbClr val="1E1E1E"/>
                </a:solidFill>
              </a:defRPr>
            </a:pPr>
            <a:r>
              <a:t>p 申请软件著作权 V1.0，探索专利（跌倒融合决策方法）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1E1E"/>
                </a:solidFill>
              </a:defRPr>
            </a:pPr>
            <a: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8138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[1] Google MediaPipe Pose: Real-time pose estimation.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[2] Unitree Robotics SDK / ROS2 documentation.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[3] 国务院：《「十四五」国家老龄事业发展和养老服务体系规划》.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[4] CareCompanion 项目文档：docs/TECHNICAL_REPORT.md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t>[5] 仓库：github.com/FBB123571/ElderCare-Humanoid-Platform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73152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第二十六届中国机器人及人工智能大赛</a:t>
            </a:r>
          </a:p>
          <a:p>
            <a:pPr>
              <a:defRPr sz="1000">
                <a:solidFill>
                  <a:srgbClr val="C8DCFF"/>
                </a:solidFill>
              </a:defRPr>
            </a:pPr>
            <a:r>
              <a:t>机器人创新赛道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81381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43278"/>
                </a:solidFill>
              </a:defRPr>
            </a:pPr>
            <a:r>
              <a:t>敬请批评指正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92608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CareCompanion 团队 · 感谢各位评委老师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