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27632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E1E1E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74980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 b="1">
                <a:solidFill>
                  <a:srgbClr val="1E1E1E"/>
                </a:solidFill>
              </a:defRPr>
            </a:pPr>
            <a:r>
              <a:t>「感知—决策—执行」一体化的居家养老安全陪伴平台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4820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第二十八届中国机器人及人工智能大赛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12564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机器人创新赛道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紧急链路：alert_sound → speak → call_emergency → raise_hand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EmergencyNotifier：家属 App / 短信 / 本地告警（可审计日志）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5151" y="914400"/>
            <a:ext cx="4393697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015" y="969264"/>
            <a:ext cx="4283969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老人输入「最近有点孤独，睡不太好」→ 系统识别情绪低落并生成安抚话术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（界面）情感倾诉交互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Web 控制台（CareCompanion）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访问地址：http://localhost:8765（bash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技术栈：FastAPI + 浏览器前端，支持答辩现场演示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以下截图为实际运行界面（2026-05-27 答辩预演录制）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3374" y="914400"/>
            <a:ext cx="709725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238" y="969264"/>
            <a:ext cx="6987522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986989" y="914400"/>
            <a:ext cx="3170021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853" y="969264"/>
            <a:ext cx="3060293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997006" y="914400"/>
            <a:ext cx="7149986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70" y="969264"/>
            <a:ext cx="7040258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1167" y="914400"/>
            <a:ext cx="6881664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31" y="969264"/>
            <a:ext cx="6771936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1797787"/>
            <a:ext cx="8430767" cy="1986837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2651"/>
            <a:ext cx="8321040" cy="1877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0332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GitHub 开源：https://github.com/FBB123571/ElderCare-Humanoid-Platform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答辩演示：http://localhost:8765（现场端口转发）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软件名称建议：CareCompanion 智能养老人形陪伴机器人系统 V1.0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核心代码：care_companion/ · web/ · scripts/ · tests/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文档：技术报告 · 架构说明 · 部署指南 · 竞赛答辩要点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（请填写）软著登记号 / 团队成员 / 指导教师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9179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CareCompanion 团队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