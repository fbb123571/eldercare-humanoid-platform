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3525" y="1249756"/>
            <a:ext cx="3880348" cy="331149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101" y="1286332"/>
            <a:ext cx="3807196" cy="3238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3033"/>
            <a:ext cx="4321454" cy="307233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609"/>
            <a:ext cx="4248302" cy="299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522" y="1104542"/>
            <a:ext cx="1991714" cy="14078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2620213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四层架构</a:t>
            </a:r>
          </a:p>
        </p:txBody>
      </p:sp>
      <p:pic>
        <p:nvPicPr>
          <p:cNvPr id="19" name="Picture 18" descr="state_mac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21" y="2885336"/>
            <a:ext cx="2024716" cy="1407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401007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状态机概览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375751"/>
            <a:ext cx="4097426" cy="30595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412327"/>
            <a:ext cx="4024274" cy="29863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45662"/>
            <a:ext cx="4321454" cy="302707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82238"/>
            <a:ext cx="4248302" cy="2953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756" y="1151595"/>
            <a:ext cx="430724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32" y="1188171"/>
            <a:ext cx="4234095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3358" y="1151595"/>
            <a:ext cx="2452043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934" y="1188171"/>
            <a:ext cx="2378891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0380" y="1151595"/>
            <a:ext cx="3857998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56" y="1188171"/>
            <a:ext cx="3784846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913"/>
            <a:ext cx="4321454" cy="243857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6489"/>
            <a:ext cx="4248302" cy="23654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2920"/>
            <a:ext cx="4321454" cy="291256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9496"/>
            <a:ext cx="4248302" cy="28394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819631"/>
            <a:ext cx="4097426" cy="217174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856207"/>
            <a:ext cx="4024274" cy="20985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821" y="1191143"/>
            <a:ext cx="2420668" cy="3227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MediaPipe 骨架叠加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isk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21" y="1191143"/>
            <a:ext cx="2710644" cy="3227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风险面板联动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33" y="1191143"/>
            <a:ext cx="2710644" cy="3227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588" y="1191143"/>
            <a:ext cx="3794510" cy="3227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3" y="1771225"/>
            <a:ext cx="3842125" cy="2067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781" y="2371557"/>
            <a:ext cx="3842125" cy="866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188926"/>
            <a:ext cx="4321454" cy="314055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5502"/>
            <a:ext cx="4248302" cy="30673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2415020"/>
            <a:ext cx="4097426" cy="98097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2451596"/>
            <a:ext cx="4024274" cy="90781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5517" y="1151595"/>
            <a:ext cx="428772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093" y="1188171"/>
            <a:ext cx="4214572" cy="31420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创新维度自评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3788"/>
            <a:ext cx="4321454" cy="315082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0364"/>
            <a:ext cx="4248302" cy="30776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602" y="1390802"/>
            <a:ext cx="1168603" cy="11686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679191"/>
            <a:ext cx="15727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150" y="2006665"/>
            <a:ext cx="2625242" cy="1358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61303" y="4329684"/>
            <a:ext cx="291693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110" y="3140964"/>
            <a:ext cx="2177299" cy="11430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686" y="3177540"/>
            <a:ext cx="2104147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63139" y="4352544"/>
            <a:ext cx="30632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4" name="Picture 13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579" y="3246120"/>
            <a:ext cx="960120" cy="960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46419" y="4261104"/>
            <a:ext cx="12344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