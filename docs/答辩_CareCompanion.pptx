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第一部分  项目背景与需求分析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第二部分  关键技术与理论模型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第三部分  系统实现与实验验证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第四部分  创新点与展望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附录  演示界面与开源仓库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全篇结构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 + 工程 + 现场演示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作品：基于大语言模型的智能养老陪伴机器人仿真平台</a:t>
            </a:r>
          </a:p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赛项：创新赛 · 机器人创新赛道</a:t>
            </a:r>
          </a:p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团队编号：CRAIC2026-TEAM-8FJQKLMI</a:t>
            </a:r>
          </a:p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作品编号：CRAIC20264ZEFT1DF</a:t>
            </a:r>
          </a:p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队员：刘小凡（队长）、白冉</a:t>
            </a:r>
          </a:p>
          <a:p>
            <a:pPr>
              <a:lnSpc>
                <a:spcPct val="120000"/>
              </a:lnSpc>
              <a:spcAft>
                <a:spcPts val="3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● 指导教师：彭键清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10992" y="1005840"/>
            <a:ext cx="351677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12" y="1051560"/>
            <a:ext cx="3425335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报名信息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项目背景 · 需求分析 · 方案定位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老龄化与跌倒空窗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198237"/>
            <a:ext cx="4690872" cy="34511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独居老人增多，跌倒后「发现空窗」是核心痛点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情感陪伴需求上升，监测设备难以形成照护闭环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政策导向：智慧养老与居家安全并重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本项目聚焦可落地的仿真验证与人形接口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020713"/>
            <a:ext cx="4892040" cy="380616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066433"/>
            <a:ext cx="4800600" cy="35318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53138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痛点：发现慢 + 闭环弱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现有方案对比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传统音箱/摄像头/手环：功能割裂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本作品：感知—决策—执行统一编排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强调可解释风险与紧急硬优先级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配套 Web 演示与量化评测脚本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253331"/>
            <a:ext cx="4892040" cy="3340924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99051"/>
            <a:ext cx="4800600" cy="30666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420520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从堆叠到一体化闭环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项目概述与目标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CareCompanion：养老人形陪伴软件平台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CareOrchestrator 统一调度各模块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目标1：跌倒检测与紧急呼叫自动化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目标2：情感对话与机器人动作联动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目标3：ROS2 部署接口 + 开源可复现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三大目标均可现场验证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理论模型 · 算法设计 · 系统架构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风险融合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应急链路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344335"/>
            <a:ext cx="4690872" cy="31589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四层架构：感知 / 认知 / 执行 / 交互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核心：CareOrchestrator + 状态机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模块可替换：仿真、Web、ROS2 共用一套逻辑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配置集中于 config/default.yaml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理论清晰、可替换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状态机与调度策略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MONITOR → CONVERSE → ALERT → EMERGENCY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紧急态可打断对话与常规任务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每个 tick 输出风险、回复、动作序列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便于日志审计与答辩讲解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170229"/>
            <a:ext cx="4892040" cy="350712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15949"/>
            <a:ext cx="4800600" cy="32328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50362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状态转移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多模态风险融合（理论）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加权融合跌倒、情绪、健康三路分数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输出等级与原因列表，非黑盒端到端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阈值可配置，支持场景调参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契合医疗与养老合规沟通需求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132859"/>
            <a:ext cx="4892040" cy="358186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178579"/>
            <a:ext cx="4800600" cy="33075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54099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融合公式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跌倒检测算法设计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输入：MediaPipe 骨架几何特征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 + 慢速躺倒双规则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合成 6 场景评测 F1=100%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可接摄像头或上传照片分析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79275" y="1005840"/>
            <a:ext cx="258020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4995" y="1051560"/>
            <a:ext cx="2488768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检测流程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对话与情感模块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文本情感词典 + 情绪标签融合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DialogueManager 生成安抚话术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 Mock，可切换 LLM API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与 RiskEngine、CarePlanner 协同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391920"/>
            <a:ext cx="4892040" cy="306374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37640"/>
            <a:ext cx="4800600" cy="27894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281931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对话模块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数据处理与决策流水线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感知帧 → 特征 → 融合 → 状态机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CarePlanner 生成 RobotAction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RobotAdapter 下发仿真或 ROS2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全链路可在 Web 界面观察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数据流水线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紧急响应链路（理论）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确认跌倒后按序触发四类动作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告警音 → 语音 → 家属通知 → 手势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记录推送渠道</a:t>
            </a:r>
          </a:p>
          <a:p>
            <a:pPr>
              <a:lnSpc>
                <a:spcPct val="120000"/>
              </a:lnSpc>
              <a:spcAft>
                <a:spcPts val="5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端到端触发率评测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796534"/>
            <a:ext cx="4892040" cy="225451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42254"/>
            <a:ext cx="4800600" cy="1980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77317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紧急链路可端到端验证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系统实现 · 实验验证 · 现场演示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 控制台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量化评测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95" y="1051560"/>
            <a:ext cx="4681608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控制台实现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FastAPI 后端 + 浏览器前端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实时风险仪表盘、对话与指令流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支持上传照片 / 摄像头骨架分析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一键演示剧本：日常→倾诉→跌倒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仪表盘实拍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系统界面：MediaPipe 骨架分析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上传全身照导出骨架图 · 支持现场演示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系统界面：老人倾诉场景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4339" y="1051079"/>
            <a:ext cx="6835320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59" y="1096799"/>
            <a:ext cx="6743880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演示「老人倾诉」· 风险 0.23 · 主动安抚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系统界面：风险决策仪表盘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9486" y="1051079"/>
            <a:ext cx="3045026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06" y="1096799"/>
            <a:ext cx="2953586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多模态融合：分数、因素、回应与监测指标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系统界面：紧急状态监测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状态机进入紧急 · MediaPipe 视觉模块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系统界面：跌倒紧急对话日志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58374" y="1051079"/>
            <a:ext cx="6627251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094" y="1096799"/>
            <a:ext cx="6535811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紧急流程触发 · 多次安抚语音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系统界面：机器人指令流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" y="1869082"/>
            <a:ext cx="8428939" cy="2155142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" y="1914802"/>
            <a:ext cx="8337499" cy="18808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50489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告警音→语音→呼叫→手势，全链路可追溯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实验评测结果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451860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45186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122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P/R/F1：100%（6类合成场景）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紧急呼叫端到端触发率：100%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单帧决策延迟 &lt; 50ms（CPU）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pytest + 无头压测全部通过</a:t>
            </a:r>
          </a:p>
          <a:p>
            <a:pPr>
              <a:lnSpc>
                <a:spcPct val="120000"/>
              </a:lnSpc>
              <a:spcAft>
                <a:spcPts val="4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报告：fall_eval_report.json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97180" y="1005840"/>
            <a:ext cx="454439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900" y="1051560"/>
            <a:ext cx="4452958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指标可复现、脚本一键运行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4539996"/>
            <a:ext cx="361188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604004"/>
            <a:ext cx="33924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完整源码 · 可复现演示 · 欢迎评委扫码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42416"/>
            <a:ext cx="3611880" cy="598932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097280"/>
            <a:ext cx="91440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097280"/>
            <a:ext cx="246888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https://github.com/FBB123571/ElderCare-Humanoid-Platform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4500"/>
            <a:ext cx="3611880" cy="598932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769364"/>
            <a:ext cx="91440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团队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1769364"/>
            <a:ext cx="246888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从容应队（中山大学）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86584"/>
            <a:ext cx="3611880" cy="598932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41448"/>
            <a:ext cx="91440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本地演示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441448"/>
            <a:ext cx="246888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bash scripts/run_web.sh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058668"/>
            <a:ext cx="3611880" cy="598932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3113532"/>
            <a:ext cx="91440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演示录像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113532"/>
            <a:ext cx="246888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docs/assets/demo_carecompanion.mp4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30752"/>
            <a:ext cx="3611880" cy="598932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3785615"/>
            <a:ext cx="91440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软著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85615"/>
            <a:ext cx="2468880" cy="5623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申请中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024128"/>
            <a:ext cx="173736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69848"/>
            <a:ext cx="1645920" cy="1645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06240" y="27706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扫码访问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492" y="1956030"/>
            <a:ext cx="2505456" cy="153319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pt_full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2001750"/>
            <a:ext cx="2414015" cy="125887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3315485"/>
            <a:ext cx="2514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Web 控制台实拍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创新点 · 应用价值 · 后续计划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创新维度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真机路线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软著专利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432" y="1051560"/>
            <a:ext cx="3672535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创新维度总结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多模态可解释融合，优于模块堆叠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紧急硬优先级状态机 + 动作闭环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MediaPipe 视觉接入，非纯滑块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工程化：评测脚本 + 开源仓库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面向居家养老的应用场景明确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7075" y="1005840"/>
            <a:ext cx="358460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795" y="1051560"/>
            <a:ext cx="3493169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创新雷达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后续工作计划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引入 UR Fall 等公开数据集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多房间遮挡与光照优化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养老院调研与产品化评估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软著与专利布局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67077"/>
            <a:ext cx="4892040" cy="271343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612797"/>
            <a:ext cx="4800600" cy="2439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106774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路线图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参考文献与资料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[1] Google MediaPipe Pose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[2] Unitree / ROS2 文档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[3] 「十四五」养老服务规划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[4] docs/TECHNICAL_REPORT.md</a:t>
            </a:r>
          </a:p>
          <a:p>
            <a:pPr>
              <a:lnSpc>
                <a:spcPct val="120000"/>
              </a:lnSpc>
              <a:spcAft>
                <a:spcPts val="4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[5] GitHub 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61288"/>
            <a:ext cx="3300984" cy="35250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  <a:p>
            <a:pPr>
              <a:lnSpc>
                <a:spcPct val="120000"/>
              </a:lnSpc>
              <a:spcAft>
                <a:spcPts val="6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