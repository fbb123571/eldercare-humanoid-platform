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590" y="535975"/>
            <a:ext cx="3174819" cy="42087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6" y="572551"/>
            <a:ext cx="3101667" cy="4135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05172"/>
            <a:ext cx="42976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832104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71016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1848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148840"/>
            <a:ext cx="3977639" cy="1325880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68630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833609"/>
            <a:ext cx="4321454" cy="185118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870185"/>
            <a:ext cx="4248302" cy="1778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赛项：创新赛 · 机器人创新赛道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作品：智能养老陪伴机器人仿真平台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（基于大语言模型）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特色：理论清晰 · 系统可演示 · 指标可复现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9080" y="996696"/>
          <a:ext cx="480060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3959352"/>
              </a:tblGrid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从容应队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中山大学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队长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刘小凡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白冉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彭键清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CRAIC2026-TEAM-8FJQKLMI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60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CRAIC20264ZEFT1DF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472215"/>
            <a:ext cx="4097426" cy="286658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508791"/>
            <a:ext cx="4024274" cy="27934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48157"/>
            <a:ext cx="4321454" cy="3022089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84733"/>
            <a:ext cx="4248302" cy="29489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7499"/>
            <a:ext cx="4321454" cy="244340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4075"/>
            <a:ext cx="4248302" cy="23702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系统四层架构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469852"/>
            <a:ext cx="4097426" cy="2871307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506428"/>
            <a:ext cx="4024274" cy="27981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分层与 CareOrchestrator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45662"/>
            <a:ext cx="4321454" cy="302707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82238"/>
            <a:ext cx="4248302" cy="29539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756" y="1151595"/>
            <a:ext cx="4307247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332" y="1188171"/>
            <a:ext cx="4234095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3358" y="1151595"/>
            <a:ext cx="2452043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934" y="1188171"/>
            <a:ext cx="2378891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40380" y="1151595"/>
            <a:ext cx="3857998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56" y="1188171"/>
            <a:ext cx="3784846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9913"/>
            <a:ext cx="4321454" cy="243857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6489"/>
            <a:ext cx="4248302" cy="23654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2920"/>
            <a:ext cx="4321454" cy="291256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39496"/>
            <a:ext cx="4248302" cy="28394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530242"/>
            <a:ext cx="4097426" cy="275052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566818"/>
            <a:ext cx="4024274" cy="267737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614914"/>
            <a:ext cx="4321454" cy="22885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651490"/>
            <a:ext cx="4248302" cy="22154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8595360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219" y="1191691"/>
            <a:ext cx="2433561" cy="32447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594860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全身照 → 骨架叠加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833" y="1191143"/>
            <a:ext cx="2710644" cy="3227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588" y="1191143"/>
            <a:ext cx="3794510" cy="3227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3" y="1771225"/>
            <a:ext cx="3842125" cy="20673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781" y="2371557"/>
            <a:ext cx="3842125" cy="8667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8595360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450" y="1191691"/>
            <a:ext cx="6269098" cy="32447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594860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9415"/>
            <a:ext cx="4321454" cy="289957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45991"/>
            <a:ext cx="4248302" cy="282642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混淆矩阵 + 场景得分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1464" y="1151595"/>
            <a:ext cx="42558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040" y="1188171"/>
            <a:ext cx="418267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42416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097280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GitHub 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97280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https://github.com/FBB123571/ElderCare-Humanoid-Platform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94967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849831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49831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从容应队（中山大学）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47518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602382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本地演示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602382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bash scripts/run_web.sh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00069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354933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演示录像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4933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docs/assets/demo_carecompanion.mp4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52620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107484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软著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07484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申请中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995" y="1241755"/>
            <a:ext cx="1219809" cy="121980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60520" y="2569463"/>
            <a:ext cx="15087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扫码访问仓库</a:t>
            </a:r>
          </a:p>
        </p:txBody>
      </p:sp>
      <p:pic>
        <p:nvPicPr>
          <p:cNvPr id="26" name="Picture 25" descr="repro_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665" y="1190365"/>
            <a:ext cx="2697917" cy="3192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79007" y="4576572"/>
            <a:ext cx="299923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可复现性检查项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411241"/>
            <a:ext cx="4097426" cy="2988529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447817"/>
            <a:ext cx="4024274" cy="291537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55588" y="1151595"/>
            <a:ext cx="3227583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164" y="1188171"/>
            <a:ext cx="3154431" cy="314206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创新维度雷达图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183788"/>
            <a:ext cx="4321454" cy="315082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0364"/>
            <a:ext cx="4248302" cy="307767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602" y="1390802"/>
            <a:ext cx="1168603" cy="11686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679191"/>
            <a:ext cx="15727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header_per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150" y="2006665"/>
            <a:ext cx="2625242" cy="1358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61303" y="4329684"/>
            <a:ext cx="291693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Web 感知界面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43484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305" y="1531180"/>
            <a:ext cx="4204228" cy="222744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1" y="1567756"/>
            <a:ext cx="4131076" cy="2154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" y="4832604"/>
            <a:ext cx="4215383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420624"/>
            <a:ext cx="470916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40"/>
            <a:ext cx="4343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4343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刘小凡 · 白冉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024" y="3026664"/>
            <a:ext cx="1216152" cy="11430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063240"/>
            <a:ext cx="1143000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4261104"/>
            <a:ext cx="14173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