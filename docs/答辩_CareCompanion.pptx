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43278"/>
                </a:solidFill>
              </a:defRPr>
            </a:pPr>
            <a:r>
              <a:t>CareCompanion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14884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E1E1E"/>
                </a:solidFill>
              </a:defRPr>
            </a:pPr>
            <a:r>
              <a:t>智能养老人形陪伴机器人系统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743200"/>
            <a:ext cx="7315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800" b="1">
                <a:solidFill>
                  <a:srgbClr val="1E1E1E"/>
                </a:solidFill>
              </a:defRPr>
            </a:pPr>
            <a:r>
              <a:t>第一部分</a:t>
            </a:r>
            <a:br/>
            <a:br/>
            <a:r>
              <a:t>「感知—决策—执行」一体化的居家养老安全陪伴平台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434840"/>
            <a:ext cx="8138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505050"/>
                </a:solidFill>
              </a:defRPr>
            </a:pPr>
            <a:r>
              <a:t>第二十六届中国机器人及人工智能大赛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38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505050"/>
                </a:solidFill>
              </a:defRPr>
            </a:pPr>
            <a:r>
              <a:t>机器人创新赛道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2880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E1E1E"/>
                </a:solidFill>
              </a:defRPr>
            </a:pPr>
            <a:r>
              <a:t>第一部分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0604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43278"/>
                </a:solidFill>
              </a:defRPr>
            </a:pPr>
            <a:r>
              <a:t>项目背景与需求分析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社会背景与痛点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8138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500" b="0">
                <a:solidFill>
                  <a:srgbClr val="1E1E1E"/>
                </a:solidFill>
              </a:defRPr>
            </a:pPr>
            <a:r>
              <a:t>随着我国老龄化程度加深，空巢与独居老人数量持续增加。跌倒已成为老年人意外伤害的首要原因之一，而「发现延迟」往往导致救援错过黄金时间。与此同时，老人对情感陪伴的需求日益增长——他们不仅需要被监测，更需要被理解、被回应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现有方案的不足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34440"/>
            <a:ext cx="4023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00000"/>
                </a:solidFill>
              </a:defRPr>
            </a:pPr>
            <a:r>
              <a:t>现有产品/方案（Ø）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691640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</a:defRPr>
            </a:pPr>
            <a:r>
              <a:t>Ø 智能音箱：无视觉安全闭环，无法实体援助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Ø 监控摄像头：只告警不陪伴，缺乏对话与动作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Ø 健康手环：难发现跌倒过程，无机器人执行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Ø 纯仿真毕设：缺少真机部署路径与量化评测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1234440"/>
            <a:ext cx="4023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43278"/>
                </a:solidFill>
              </a:defRPr>
            </a:pPr>
            <a:r>
              <a:t>CareCompanion（ü）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1691640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</a:defRPr>
            </a:pPr>
            <a:r>
              <a:t>ü 多模态融合：跌倒+情绪+生理→统一风险引擎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ü 可解释决策：输出风险分数与原因列表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ü 主动照护：告警/语音/手势/紧急呼叫联动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ü 人形接口：ROS2 标准话题，仿真与真机同源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ü 开源可复现：Web 控制台 + 评测脚本 + GitHub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项目概述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8138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500" b="0">
                <a:solidFill>
                  <a:srgbClr val="1E1E1E"/>
                </a:solidFill>
              </a:defRPr>
            </a:pPr>
            <a:r>
              <a:t>基于上述需求，我们开发了 CareCompanion 智能养老人形陪伴机器人软件平台。平台以 CareOrchestrator 为核心，融合 MediaPipe 视觉姿态、文本情感与健康指标，在 Web 控制台完成演示验证，并通过 ROS2 适配层对接人形机器人。系统已实现跌倒紧急链路自动化验证，合成场景跌倒检测 F1 达 100%。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2880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E1E1E"/>
                </a:solidFill>
              </a:defRPr>
            </a:pPr>
            <a:r>
              <a:t>第二部分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0604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43278"/>
                </a:solidFill>
              </a:defRPr>
            </a:pPr>
            <a:r>
              <a:t>关键技术与系统架构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系统总体架构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感知层：FallDetector · EmotionRecognizer · HealthMonitor · PosePipeline（MediaPipe）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认知层：RiskEngine（多模态融合）· DialogueManager · CarePlanner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执行层：RobotAdapter → SimulationAdapter / ROS2Adapter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交互层：Web 控制台 · 桌面 GUI · 无头自动化剧本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状态机：MONITOR → CONVERSE → ALERT → EMERGENCY（紧急硬优先级）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多模态风险融合引擎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融合公式：S = 0.45·S_fall + 0.25·S_emo + 0.30·S_health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输出：风险分数、等级（normal/alert/emergency）、原因列表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阈值：alert ≥ 0.65，emergency ≥ 0.85 或确认跌倒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优势：非黑盒 LLM，便于答辩解释与医疗合规沟通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657600"/>
            <a:ext cx="8138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200" b="0">
                <a:solidFill>
                  <a:srgbClr val="1E1E1E"/>
                </a:solidFill>
              </a:defRPr>
            </a:pPr>
            <a:r>
              <a:t>config/default.yaml 集中管理权重与阈值，支持场景调参。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跌倒检测算法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几何特征：骨架宽高比 R=w/h、垂直速度 v_y、静止持续时间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快速跌倒：快速下落 + 躺倒姿态（score ≥ 0.7）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慢速跌倒：躺倒静止 ≥ 2s（养老场景常见，score ≥ 0.55）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MediaPipe Pose：浏览器/摄像头实时骨架 → 自动填充感知参数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评测：6 类合成场景，Precision/Recall/F1 = 100%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情感陪伴与紧急响应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对话：文本情感词典 + 视觉情绪标签融合；可插拔 LLM（默认离线 Mock）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示例：「最近有点孤独」→ 温暖安抚 + speak + gesture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紧急：alert_sound → speak → call_emergency → raise_hand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EmergencyNotifier：家属 App 推送 / 短信备份 / 本地告警（日志可审计）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数据处理与决策流程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1. 采集感知帧：摄像头骨架 / 滑块仿真 / 可穿戴 JSON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2. FallDetector 更新跌倒分数，Emotion/Health 更新标签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3. RiskEngine 评估等级，状态机切换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4. DialogueManager 生成回复，CarePlanner 输出 RobotAction 序列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5. RobotAdapter 下发至仿真日志或 ROS2 /care/robot_cmd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2880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E1E1E"/>
                </a:solidFill>
              </a:defRPr>
            </a:pPr>
            <a:r>
              <a:t>第三部分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0604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43278"/>
                </a:solidFill>
              </a:defRPr>
            </a:pPr>
            <a:r>
              <a:t>系统实现 · 评测 · 演示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Web 控制台与视觉演示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FastAPI + 现代化 Web 前端，浏览器即可答辩演示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功能：感知调节 · 实时风险仪表盘 · 对话日志 · 机器人指令流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摄像头：打开 → 分析当前帧 → MediaPipe 骨架叠加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一键剧本：日常监测 → 老人倾诉 → 跌倒 → 紧急呼叫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启动：bash scripts/run_web.sh  →  http://localhost:8765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实验评测结果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97280" y="1371600"/>
          <a:ext cx="694944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108960"/>
              </a:tblGrid>
              <a:tr h="320039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1432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结果</a:t>
                      </a:r>
                    </a:p>
                  </a:txBody>
                  <a:tcPr>
                    <a:solidFill>
                      <a:srgbClr val="14327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跌倒检测 Precision（合成6场景）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跌倒检测 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跌倒检测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端到端紧急呼叫触发率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单帧决策延迟（CPU，无云端LLM）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&lt; 50 ms</a:t>
                      </a:r>
                    </a:p>
                  </a:txBody>
                  <a:tcPr/>
                </a:tc>
              </a:tr>
              <a:tr h="320045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单元测试 + 无头压测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pytest 全部通过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3977639"/>
            <a:ext cx="8138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100" b="0">
                <a:solidFill>
                  <a:srgbClr val="1E1E1E"/>
                </a:solidFill>
              </a:defRPr>
            </a:pPr>
            <a:r>
              <a:t>详见 data/evaluation/results/fall_eval_report.json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开源与知识产权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GitHub 开源：https://github.com/FBB123571/ElderCare-Humanoid-Platform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软件名称建议：CareCompanion 智能养老人形陪伴机器人系统 V1.0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核心代码：care_companion/ · web/ · scripts/ · tests/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文档：技术报告 · 架构说明 · 部署指南 · 竞赛答辩要点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（请填写）软著登记号 / 团队成员 / 指导教师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2880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E1E1E"/>
                </a:solidFill>
              </a:defRPr>
            </a:pPr>
            <a:r>
              <a:t>第四部分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0604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43278"/>
                </a:solidFill>
              </a:defRPr>
            </a:pPr>
            <a:r>
              <a:t>创新维度与未来展望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创新维度总结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841248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583680"/>
              </a:tblGrid>
              <a:tr h="5791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创新维度</a:t>
                      </a:r>
                    </a:p>
                  </a:txBody>
                  <a:tcPr>
                    <a:solidFill>
                      <a:srgbClr val="1432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描述</a:t>
                      </a:r>
                    </a:p>
                  </a:txBody>
                  <a:tcPr>
                    <a:solidFill>
                      <a:srgbClr val="143278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多模态融合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跌倒、情绪、健康统一 RiskEngine，输出可解释原因，优于孤立模块堆叠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安全闭环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紧急事件硬优先级状态机，覆盖对话与常规任务，触发 call_emergency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视觉感知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MediaPipe 姿态接入 Web 与本地摄像头，非纯滑块仿真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工程化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仿真/Web/ROS2 共用 Orchestrator；一键评测与无头验证脚本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应用价值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契合智慧养老政策，降低跌倒发现空窗，支持边缘本地推理保护隐私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未来工作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p 对接 Unitree 等人形机器人，完成 speak/gesture/approach 真机视频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p 引入 UR Fall 等公开数据集，开展泛化评测与误报分析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p 多老人房间场景、遮挡与光照鲁棒性优化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p 结合社区/养老院调研，完善产品化与成本评估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p 申请软件著作权 V1.0，探索专利（跌倒融合决策方法）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[1] Google MediaPipe Pose: Real-time pose estimation.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[2] Unitree Robotics SDK / ROS2 documentation.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[3] 国务院：《「十四五」国家老龄事业发展和养老服务体系规划》.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[4] CareCompanion 项目文档：docs/TECHNICAL_REPORT.md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[5] 仓库：github.com/FBB123571/ElderCare-Humanoid-Platform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011680"/>
            <a:ext cx="81381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43278"/>
                </a:solidFill>
              </a:defRPr>
            </a:pPr>
            <a:r>
              <a:t>敬请批评指正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92608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505050"/>
                </a:solidFill>
              </a:defRPr>
            </a:pPr>
            <a:r>
              <a:t>CareCompanion 团队 · 感谢各位评委老师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