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130" y="527745"/>
            <a:ext cx="2911739" cy="4499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50" y="573465"/>
            <a:ext cx="2820299" cy="4225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53498"/>
            <a:ext cx="4297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8473" y="1005840"/>
            <a:ext cx="8401812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utlin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193" y="1051560"/>
            <a:ext cx="8310372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答辩结构时间轴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赛项：创新赛 · 机器人创新赛道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作品：智能养老陪伴机器人仿真平台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（基于大语言模型）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特色：理论清晰 · 系统可演示 · 指标可复现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9080" y="996696"/>
          <a:ext cx="480060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3959352"/>
              </a:tblGrid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从容应队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中山大学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队长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刘小凡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白冉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彭键清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CRAIC2026-TEAM-8FJQKLMI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60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CRAIC20264ZEFT1DF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5300" y="1107292"/>
            <a:ext cx="5176798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11433" y="1005840"/>
            <a:ext cx="5115892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ging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153" y="1051560"/>
            <a:ext cx="5024452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 老龄化趋势（公开数据示意）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5588" y="1005840"/>
            <a:ext cx="6347582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mpar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1308" y="1051560"/>
            <a:ext cx="6256142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方案对比表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0822" y="1005840"/>
            <a:ext cx="42371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542" y="1051560"/>
            <a:ext cx="4145675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Fig.1 系统分层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935" y="1107292"/>
            <a:ext cx="4559529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0822" y="1005840"/>
            <a:ext cx="4237115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chitecture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542" y="1051560"/>
            <a:ext cx="4145675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四层架构与调度核心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0985" y="1005840"/>
            <a:ext cx="4516789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6705" y="1051560"/>
            <a:ext cx="4425349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Fig.2 有限状态机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963849"/>
            <a:ext cx="4892040" cy="39198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isk_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009569"/>
            <a:ext cx="4800600" cy="36455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71000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可解释加权融合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25560" y="1005840"/>
            <a:ext cx="2087639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ll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1280" y="1051560"/>
            <a:ext cx="1996199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Fig.3 规则判定树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3244" y="1005840"/>
            <a:ext cx="3812270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logu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964" y="1051560"/>
            <a:ext cx="3720830" cy="35615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Fig.4 UML 时序图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218797"/>
            <a:ext cx="4892040" cy="3409992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ipeline_swim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264517"/>
            <a:ext cx="4800600" cy="3135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455054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Fig.5 泳道数据流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4921" y="1005839"/>
            <a:ext cx="5288917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mergency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641" y="1051560"/>
            <a:ext cx="5197477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Fig.6 紧急响应时序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124" y="1107292"/>
            <a:ext cx="5065151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534915"/>
            <a:ext cx="4892040" cy="277775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580635"/>
            <a:ext cx="4800600" cy="250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13893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52538" y="1051079"/>
            <a:ext cx="2438922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258" y="1096799"/>
            <a:ext cx="2347482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全身照 → 骨架叠加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9881" y="996696"/>
            <a:ext cx="3097976" cy="385419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601" y="1042416"/>
            <a:ext cx="3006536" cy="35798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77156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05051" y="996696"/>
            <a:ext cx="4300157" cy="385419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771" y="1042416"/>
            <a:ext cx="4208717" cy="35798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0580" y="4677156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648824"/>
            <a:ext cx="4320540" cy="254993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94544"/>
            <a:ext cx="4229100" cy="2275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025027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4860" y="2309621"/>
            <a:ext cx="4320540" cy="1228345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2355341"/>
            <a:ext cx="4229100" cy="9540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0580" y="3364230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8891" y="1051079"/>
            <a:ext cx="6886217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611" y="1096799"/>
            <a:ext cx="6794777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50ms（见右下图）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数据：fall_eval_report.json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5614" y="1005840"/>
            <a:ext cx="5007531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val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334" y="1051560"/>
            <a:ext cx="4916091" cy="35615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混淆矩阵 + 场景得分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性能与延迟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骨架提取约占时最多，仍满足实时要求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融合与规则判定开销较小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端到端在 CPU 上约 42ms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现场演示不依赖 GPU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943999"/>
            <a:ext cx="4892040" cy="395958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atenc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989719"/>
            <a:ext cx="4800600" cy="3685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72985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单帧链路耗时（本机粗测）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42416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097280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94967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9831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49831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从容应队（中山大学）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47518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602382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本地演示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02382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bash scripts/run_web.sh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069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354933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演示录像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4933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docs/assets/demo_carecompanion.mp4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2620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07484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软著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07484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申请中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1024128"/>
            <a:ext cx="160020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069848"/>
            <a:ext cx="1508760" cy="1508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78808" y="2633472"/>
            <a:ext cx="1691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扫码访问仓库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87814" y="1059378"/>
            <a:ext cx="2946210" cy="3728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epro_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534" y="1105098"/>
            <a:ext cx="2854770" cy="345451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0" y="4614473"/>
            <a:ext cx="2834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可复现性检查项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4586" y="1107292"/>
            <a:ext cx="4958226" cy="36695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393318"/>
            <a:ext cx="4892040" cy="506095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439038"/>
            <a:ext cx="4800600" cy="478663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5280533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创新维度雷达图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17503" y="1005839"/>
            <a:ext cx="4903752" cy="383590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admap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223" y="1051560"/>
            <a:ext cx="4812312" cy="35615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069080" y="4668012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里程碑甘特图（示意）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133856"/>
            <a:ext cx="182880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179576"/>
            <a:ext cx="1737360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971800"/>
            <a:ext cx="192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8094" y="1088136"/>
            <a:ext cx="2419971" cy="376275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814" y="1133856"/>
            <a:ext cx="2328531" cy="34884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4677156"/>
            <a:ext cx="2560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161" y="1567756"/>
            <a:ext cx="4222516" cy="242861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613476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3822631"/>
            <a:ext cx="421538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3017520"/>
            <a:ext cx="1325880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79" y="3063240"/>
            <a:ext cx="1234440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352544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