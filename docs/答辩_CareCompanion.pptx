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43278"/>
                </a:solidFill>
              </a:defRPr>
            </a:pPr>
            <a:r>
              <a:t>CareCompanion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53312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E1E1E"/>
                </a:solidFill>
              </a:defRPr>
            </a:pPr>
            <a:r>
              <a:t>基于大语言模型的智能养老陪伴机器人仿真平台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 b="0">
                <a:solidFill>
                  <a:srgbClr val="1E1E1E"/>
                </a:solidFill>
              </a:defRPr>
            </a:pPr>
            <a:r>
              <a:t>参赛团队：从容应队　|　中山大学（广东）</a:t>
            </a:r>
            <a:br/>
            <a:r>
              <a:t>队长 刘小凡　队员 白冉　指导教师 彭键清（智能科学与技术）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83380"/>
            <a:ext cx="8138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第二十八届中国机器人及人工智能大赛　·　创新赛 · 机器人创新赛道</a:t>
            </a:r>
          </a:p>
          <a:p>
            <a:pPr algn="ctr">
              <a:defRPr sz="900">
                <a:solidFill>
                  <a:srgbClr val="505050"/>
                </a:solidFill>
              </a:defRPr>
            </a:pPr>
            <a:r>
              <a:t>团队编号 CRAIC2026-TEAM-8FJQKLMI　作品编号 CRAIC20264ZEFT1DF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参赛信息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赛项：创新赛 · 机器人创新赛道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团队名称：从容应队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学校：中山大学（广东）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作品名称：基于大语言模型的智能养老陪伴机器人仿真平台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团队编号：CRAIC2026-TEAM-8FJQKLMI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作品编号：CRAIC20264ZEFT1DF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队员：队长 刘小凡，队员 白冉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指导教师：彭键清（智能科学与技术）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代码仓库：https://github.com/FBB123571/ElderCare-Humanoid-Platform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项目背景与需求分析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社会背景与痛点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随着我国老龄化程度加深，空巢与独居老人数量持续增加。跌倒已成为老年人意外伤害的首要原因之一，而「发现延迟」往往导致救援错过黄金时间。与此同时，老人对情感陪伴的需求日益增长——他们不仅需要被监测，更需要被理解、被回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现有方案的不足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0000"/>
                </a:solidFill>
              </a:defRPr>
            </a:pPr>
            <a:r>
              <a:t>现有产品/方案（Ø）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Ø 智能音箱：无视觉安全闭环，无法实体援助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监控摄像头：只告警不陪伴，缺乏对话与动作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健康手环：难发现跌倒过程，无机器人执行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纯仿真毕设：缺少真机部署路径与量化评测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3278"/>
                </a:solidFill>
              </a:defRPr>
            </a:pPr>
            <a:r>
              <a:t>CareCompanion（ü）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ü 多模态融合：跌倒+情绪+生理→统一风险引擎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可解释决策：输出风险分数与原因列表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主动照护：告警/语音/手势/紧急呼叫联动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人形接口：ROS2 标准话题，仿真与真机同源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开源可复现：Web 控制台 + 评测脚本 + GitHub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基于上述需求，我们开发了 CareCompanion 智能养老人形陪伴机器人软件平台。平台以 CareOrchestrator 为核心，融合 MediaPipe 视觉姿态、文本情感与健康指标，在 Web 控制台完成演示验证，并通过 ROS2 适配层对接人形机器人。系统已实现跌倒紧急链路自动化验证，合成场景跌倒检测 F1 达 100%。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关键技术与系统架构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感知层：FallDetector · EmotionRecognizer · HealthMonitor · PosePipeline（MediaPipe）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认知层：RiskEngine（多模态融合）· DialogueManager · CarePlanner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执行层：RobotAdapter → SimulationAdapter / ROS2Adapter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交互层：Web 控制台 · 桌面 GUI · 无头自动化剧本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状态机：MONITOR → CONVERSE → ALERT → EMERGENCY（紧急硬优先级）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多模态风险融合引擎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融合公式：S = 0.45·S_fall + 0.25·S_emo + 0.30·S_health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输出：风险分数、等级（normal/alert/emergency）、原因列表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阈值：alert ≥ 0.65，emergency ≥ 0.85 或确认跌倒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优势：非黑盒 LLM，便于答辩解释与医疗合规沟通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200" b="0">
                <a:solidFill>
                  <a:srgbClr val="1E1E1E"/>
                </a:solidFill>
              </a:defRPr>
            </a:pPr>
            <a:r>
              <a:t>config/default.yaml 集中管理权重与阈值，支持场景调参。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跌倒检测算法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几何特征：骨架宽高比 R=w/h、垂直速度 v_y、静止持续时间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快速跌倒：快速下落 + 躺倒姿态（score ≥ 0.7）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慢速跌倒：躺倒静止 ≥ 2s（养老场景常见，score ≥ 0.55）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MediaPipe Pose：浏览器/摄像头实时骨架 → 自动填充感知参数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评测：6 类合成场景，Precision/Recall/F1 = 100%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情感陪伴与紧急响应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对话：文本情感词典 + 视觉情绪标签融合；可插拔 LLM（默认离线 Mock）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紧急链路：alert_sound → speak → call_emergency → raise_hand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EmergencyNotifier：家属 App / 短信 / 本地告警（可审计日志）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5151" y="914400"/>
            <a:ext cx="4393697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015" y="969264"/>
            <a:ext cx="4283969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老人输入「最近有点孤独，睡不太好」→ 系统识别情绪低落并生成安抚话术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（界面）情感倾诉交互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数据处理与决策流程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1. 采集感知帧：摄像头骨架 / 滑块仿真 / 可穿戴 JSON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2. FallDetector 更新跌倒分数，Emotion/Health 更新标签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3. RiskEngine 评估等级，状态机切换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4. DialogueManager 生成回复，CarePlanner 输出 RobotAction 序列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5. RobotAdapter 下发至仿真日志或 ROS2 /care/robot_cmd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系统实现 · 评测 · 演示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Web 控制台（CareCompanion）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访问地址：http://localhost:8765（bash scripts/run_web.sh）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技术栈：FastAPI + 浏览器前端，支持答辩现场演示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以下截图为实际运行界面（2026-05-27 答辩预演录制）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3300989" y="914400"/>
            <a:ext cx="2542020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853" y="969264"/>
            <a:ext cx="2432292" cy="36438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上传全身照后导出骨架叠加图 · 宽高比 0.48 · 支持答辩现场上传演示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系统界面：MediaPipe 骨架分析（上传照片）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3374" y="914400"/>
            <a:ext cx="7097250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238" y="969264"/>
            <a:ext cx="6987522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演示场景「老人倾诉」· 风险 0.23 · 机器人主动安抚回复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系统界面：老人倾诉场景（演示剧本）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986989" y="914400"/>
            <a:ext cx="3170021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853" y="969264"/>
            <a:ext cx="3060293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多模态融合输出：风险分数、因素、机器人回应及四项监测指标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系统界面：风险决策仪表盘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997006" y="914400"/>
            <a:ext cx="7149986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70" y="969264"/>
            <a:ext cx="7040258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状态机进入「紧急」· 感知输入与 MediaPipe 视觉模块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系统界面：紧急状态监测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131167" y="914400"/>
            <a:ext cx="6881664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031" y="969264"/>
            <a:ext cx="6771936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演示完成：跌倒紧急流程已成功触发 · 多次紧急安抚语音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系统界面：跌倒紧急对话日志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1797787"/>
            <a:ext cx="8430767" cy="1986837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2651"/>
            <a:ext cx="8321040" cy="1877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告警音 → 语音 → 紧急呼叫（跌倒事件）→ 举手手势，全链路可追溯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系统界面：机器人指令流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实验评测结果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371600"/>
          <a:ext cx="69494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Precision（合成6场景）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端到端紧急呼叫触发率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单帧决策延迟（CPU，无云端LLM）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&lt; 50 ms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单元测试 + 无头压测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pytest 全部通过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70332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 b="0">
                <a:solidFill>
                  <a:srgbClr val="1E1E1E"/>
                </a:solidFill>
              </a:defRPr>
            </a:pPr>
            <a:r>
              <a:t>详见 data/evaluation/results/fall_eval_report.json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开源与知识产权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开源地址：https://github.com/FBB123571/ElderCare-Humanoid-Platform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参赛团队：从容应队（中山大学）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现场演示：http://localhost:8765（bash scripts/run_web.sh）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演示录像：docs/assets/demo_carecompanion.mp4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软件名称：CareCompanion 智能养老人形陪伴机器人系统 V1.0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软著登记：（申请中 / 按实际填写）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第四部分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创新维度与未来展望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创新维度总结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8412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创新维度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描述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多模态融合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跌倒、情绪、健康统一 RiskEngine，输出可解释原因，优于孤立模块堆叠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安全闭环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紧急事件硬优先级状态机，覆盖对话与常规任务，触发 call_emergency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视觉感知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MediaPipe 姿态接入 Web 与本地摄像头，非纯滑块仿真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工程化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仿真/Web/ROS2 共用 Orchestrator；一键评测与无头验证脚本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应用价值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契合智慧养老政策，降低跌倒发现空窗，支持边缘本地推理保护隐私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对接 Unitree 等人形机器人，完成 speak/gesture/approach 真机视频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引入 UR Fall 等公开数据集，开展泛化评测与误报分析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多老人房间场景、遮挡与光照鲁棒性优化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结合社区/养老院调研，完善产品化与成本评估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申请软件著作权 V1.0，探索专利（跌倒融合决策方法）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[1] Google MediaPipe Pose: Real-time pose estimation.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[2] Unitree Robotics SDK / ROS2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[3] 国务院：《「十四五」国家老龄事业发展和养老服务体系规划》.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[4] CareCompanion 项目文档：docs/TECHNICAL_REPORT.md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[5] 仓库：github.com/FBB123571/ElderCare-Humanoid-Platform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扫码获取代码与演示视频</a:t>
            </a:r>
          </a:p>
        </p:txBody>
      </p:sp>
      <p:pic>
        <p:nvPicPr>
          <p:cNvPr id="5" name="Picture 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115568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611880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t>扫码进入 GitHub 仓库</a:t>
            </a:r>
            <a:br/>
            <a:r>
              <a:t>https://github.com/FBB123571/ElderCare-Humanoid-Platform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t>演示视频：仓库内 docs/assets/demo_carecompanion.mp4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创新赛 · 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278"/>
                </a:solidFill>
              </a:defRPr>
            </a:pPr>
            <a:r>
              <a:t>敬请批评指正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9179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从容应队 · 中山大学 · 感谢各位评委老师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