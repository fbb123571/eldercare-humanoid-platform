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3757" y="1088341"/>
            <a:ext cx="4259885" cy="363432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333" y="1124917"/>
            <a:ext cx="4186733" cy="3561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2555"/>
            <a:ext cx="4321454" cy="30732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131"/>
            <a:ext cx="4248302" cy="30001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0280" y="1151595"/>
            <a:ext cx="4278199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56" y="1188171"/>
            <a:ext cx="4205047" cy="31420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231763"/>
            <a:ext cx="4481382" cy="334748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268339"/>
            <a:ext cx="4408230" cy="3274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168319"/>
            <a:ext cx="4321454" cy="318176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04895"/>
            <a:ext cx="4248302" cy="31086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7727" y="1151595"/>
            <a:ext cx="4303304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303" y="1188171"/>
            <a:ext cx="4230152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5239" y="1151595"/>
            <a:ext cx="358828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815" y="1188171"/>
            <a:ext cx="351512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9971" y="1151595"/>
            <a:ext cx="3858816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47" y="1188171"/>
            <a:ext cx="3785664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215"/>
            <a:ext cx="4321454" cy="243997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5791"/>
            <a:ext cx="4248302" cy="23668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1375"/>
            <a:ext cx="4321454" cy="291565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7951"/>
            <a:ext cx="4248302" cy="2842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54" y="1078992"/>
            <a:ext cx="2871146" cy="34186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4543379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676" y="1078992"/>
            <a:ext cx="4019190" cy="341866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4543379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" y="1078992"/>
            <a:ext cx="4068348" cy="21891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313833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097" y="1078992"/>
            <a:ext cx="4068348" cy="917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204247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演示录像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4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202355"/>
            <a:ext cx="4321454" cy="31136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38931"/>
            <a:ext cx="4248302" cy="30405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实验结果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6781"/>
            <a:ext cx="4321454" cy="314484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3357"/>
            <a:ext cx="4248302" cy="30716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7393" y="1124712"/>
            <a:ext cx="1346454" cy="134645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507742"/>
            <a:ext cx="16002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736" y="1124712"/>
            <a:ext cx="2813791" cy="14563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07024" y="2617645"/>
            <a:ext cx="2871215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pic>
        <p:nvPicPr>
          <p:cNvPr id="11" name="Picture 1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24" y="3090672"/>
            <a:ext cx="2390311" cy="12465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54580" y="4382902"/>
            <a:ext cx="2971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3" name="Picture 12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3145536"/>
            <a:ext cx="1170432" cy="1170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8988" y="4361688"/>
            <a:ext cx="11704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 仓库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