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772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</a:defRPr>
            </a:pPr>
            <a:r>
              <a:t>CareCompanion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38BDF8"/>
                </a:solidFill>
              </a:defRPr>
            </a:pPr>
            <a:r>
              <a:t>智能养老人形陪伴机器人系统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中国机器人及人工智能大赛 · 机器人创新赛道</a:t>
            </a:r>
          </a:p>
          <a:p>
            <a:r>
              <a:t>多模态感知 · 风险决策 · 人形机器人部署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1. 背景与痛点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Population Aging &amp; Home 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我国老龄化加速，空巢/独居老人安全与情感需求突出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跌倒为老年人意外伤害首要原因之一，发现滞后后果严重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传统智能音箱：缺乏视觉安全闭环，无法实体援助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单一健康手环：缺乏对话陪伴与主动干预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→ 需要「感知 + 决策 + 人形执行」一体化陪伴系统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2. 创新点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多模态风险融合引擎：跌倒 + 情绪 + 生理指标 → 可解释评分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硬优先级状态机：紧急事件覆盖对话与常规任务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主动式照护规划：不仅聊天，还执行告警/靠近/呼救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仿真与真机统一接口：SimulationAdapter / ROS2Adapter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边缘优先：视觉本地 MediaPipe，对话可离线 Mock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3. 系统架构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感知层：FallDetector · EmotionRecognizer · HealthMonitor · PosePipeline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认知层：RiskEngine · DialogueManager · CarePlanner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执行层：RobotAdapter → 仿真 / ROS2 / 人形 SDK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交互层：Web 控制台 + 桌面仿真 + 无头压测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核心：CareOrchestrator 统一 tick 循环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4. 跌倒检测算法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Fall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几何特征：骨架宽高比 + 垂直速度 + 静止持续时间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MediaPipe Pose：浏览器/摄像头实时骨架提取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快速跌倒：下落 + 躺倒（score ≥ 0.7）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慢速跌倒：躺倒静止 ≥2s（养老场景）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合成场景评测：Precision/Recall/F1 = 100%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5. 风险融合与决策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Risk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加权融合：跌倒 45% · 情绪 25% · 健康 30%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三级输出：normal / alert / emergency + 原因列表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状态机：MONITOR → CONVERSE → ALERT → EMERGENCY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紧急时：告警音 + 语音 + call_emergency + 手势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紧急通知：家属 App / 短信备份 / 本地告警（可扩展）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6. 情感陪伴与对话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文本情感词典 + 视觉情绪标签融合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可插拔 LLM：默认 Mock 离线，支持 OpenAI 兼容 API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场景示例：「有点孤独」→ 温暖安抚 + 挥手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用药/问候等关键词触发专属回复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与风险等级联动，紧急时优先安全话术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7. Web 控制台演示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浏览器访问：感知调节 + 实时风险仪表盘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摄像头：MediaPipe 骨架叠加 + 自动填充姿态参数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一键剧本：日常监测 → 倾诉 → 跌倒 → 紧急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对话日志 + 机器人指令流可视化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部署：bash scripts/run_web.sh · 端口 8765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8. 实验与评测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跌倒检测：6 类合成场景，F1=100%（见 docs/evaluation/METRICS.md）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端到端：run_headless_demo 100% 触发紧急呼叫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单元测试：pytest 覆盖决策与紧急链路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单 tick 延迟 &lt;50ms（无云端 LLM）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待补充：公开数据集 + 真机视频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9. 人形机器人部署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边缘 NUC/Jetson 运行 care_companion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ROS2 发布 /care/robot_cmd JSON 指令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机器人端订阅 → Unitree / 智元 SDK 映射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指令：speak · gesture · approach · call_emergency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与 Isaac Lab 仿真可对接扩展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10. 与现有方案对比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vs 智能音箱：多模态安全 + 实体动作 + 紧急硬优先级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vs 纯监控摄像头：主动对话 + 机器人执行 + 可解释决策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vs 纯仿真毕设：ROS2 真机路径 + 评测脚本 + 开源仓库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应用：社区养老、居家陪护、康复中心预研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11. 社会价值与应用前景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契合智慧养老、适老化改造政策方向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降低跌倒「发现空窗期」，提升救援效率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情感陪伴缓解孤独，辅助用药与活动提醒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模块化部署，可按需启用视觉/LLM/真机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已开源：https://github.com/FBB123571/ElderCare-Humanoid-Platform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12. 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完成：多模态决策核心 + Web 可视化 + MediaPipe 视觉 + 评测体系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创新：可解释风险融合 + 紧急闭环 + 人形接口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展望：真机联调 · 公开数据集 · 多老人交互 · 联邦隐私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感谢各位评委老师！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0F4FC"/>
                </a:solidFill>
              </a:defRPr>
            </a:pPr>
            <a: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欢迎提问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演示：Web 控制台 live demo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代码：GitHub 开源可复现</a:t>
            </a:r>
          </a:p>
          <a:p>
            <a:pPr>
              <a:spcAft>
                <a:spcPts val="1000"/>
              </a:spcAft>
              <a:defRPr sz="1800">
                <a:solidFill>
                  <a:srgbClr val="F0F4FC"/>
                </a:solidFill>
              </a:defRPr>
            </a:pPr>
            <a:r>
              <a:t>联系方式：（请填写团队信息）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