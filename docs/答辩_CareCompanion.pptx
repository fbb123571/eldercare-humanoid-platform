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3757" y="1088341"/>
            <a:ext cx="4259885" cy="363432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333" y="1124917"/>
            <a:ext cx="4186733" cy="3561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3033"/>
            <a:ext cx="4321454" cy="307233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609"/>
            <a:ext cx="4248302" cy="299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161748"/>
            <a:ext cx="4321454" cy="3194907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198324"/>
            <a:ext cx="4248302" cy="312175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233287"/>
            <a:ext cx="4481382" cy="334443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269863"/>
            <a:ext cx="4408230" cy="32712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45662"/>
            <a:ext cx="4321454" cy="302707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82238"/>
            <a:ext cx="4248302" cy="2953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756" y="1151595"/>
            <a:ext cx="430724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32" y="1188171"/>
            <a:ext cx="4234095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3166" y="1151595"/>
            <a:ext cx="3592426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742" y="1188171"/>
            <a:ext cx="3519274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40380" y="1151595"/>
            <a:ext cx="3857998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56" y="1188171"/>
            <a:ext cx="3784846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913"/>
            <a:ext cx="4321454" cy="243857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6489"/>
            <a:ext cx="4248302" cy="23654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2920"/>
            <a:ext cx="4321454" cy="291256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9496"/>
            <a:ext cx="4248302" cy="28394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833" y="1191143"/>
            <a:ext cx="2710644" cy="3227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588" y="1191143"/>
            <a:ext cx="3794510" cy="3227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3" y="1771225"/>
            <a:ext cx="3842125" cy="20673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781" y="2371557"/>
            <a:ext cx="3842125" cy="8667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演示录像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4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75814" y="1151595"/>
            <a:ext cx="31871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390" y="1188171"/>
            <a:ext cx="3113979" cy="314206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实验结果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3788"/>
            <a:ext cx="4321454" cy="315082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0364"/>
            <a:ext cx="4248302" cy="307767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306" y="1203350"/>
            <a:ext cx="1388059" cy="13880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585923"/>
            <a:ext cx="16276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69" y="2012554"/>
            <a:ext cx="2673156" cy="13835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34456" y="2581431"/>
            <a:ext cx="2843783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pic>
        <p:nvPicPr>
          <p:cNvPr id="11" name="Picture 1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24" y="3116640"/>
            <a:ext cx="2390311" cy="12465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54580" y="4382902"/>
            <a:ext cx="2971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3" name="Picture 12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3182112"/>
            <a:ext cx="1170432" cy="1170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8988" y="4361688"/>
            <a:ext cx="11704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 仓库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