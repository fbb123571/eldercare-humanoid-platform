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9193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从容应队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577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DCE6FF"/>
                </a:solidFill>
              </a:defRPr>
            </a:pPr>
            <a:r>
              <a:t>中山大学 · 刘小凡 / 白冉 · 指导教师 彭键清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第一部分  项目背景与需求分析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第二部分  关键技术与理论模型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第三部分  系统实现与实验验证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第四部分  创新点与展望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附录  演示界面与开源仓库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6215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参赛信息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作品：基于大语言模型的智能养老陪伴机器人仿真平台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赛项：创新赛 · 机器人创新赛道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团队编号：CRAIC2026-TEAM-8FJQKLMI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作品编号：CRAIC20264ZEFT1DF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队员：刘小凡（队长）、白冉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指导教师：彭键清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3259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9144000" cy="46680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3166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第一部分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60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CE6FF"/>
                </a:solidFill>
              </a:defRPr>
            </a:pPr>
            <a:r>
              <a:t>项目背景 · 需求分析 · 方案定位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社会背景：老龄化与跌倒风险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独居老人增多，跌倒后「发现空窗」是核心痛点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情感陪伴需求上升，监测设备难以形成照护闭环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政策导向：智慧养老与居家安全并重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本项目聚焦可落地的仿真验证与人形接口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849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现有方案对比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传统音箱/摄像头/手环：功能割裂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本作品：感知—决策—执行统一编排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强调可解释风险与紧急硬优先级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配套 Web 演示与量化评测脚本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4107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项目概述与目标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CareCompanion：养老人形陪伴软件平台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CareOrchestrator 统一调度各模块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目标1：跌倒检测与紧急呼叫自动化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目标2：情感对话与机器人动作联动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目标3：ROS2 部署接口 + 开源可复现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62158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9144000" cy="46680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3166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第二部分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60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CE6FF"/>
                </a:solidFill>
              </a:defRPr>
            </a:pPr>
            <a:r>
              <a:t>理论模型 · 算法设计 · 系统架构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四层架构：感知 / 认知 / 执行 / 交互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核心：CareOrchestrator + 状态机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模块可替换：仿真、Web、ROS2 共用一套逻辑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配置集中于 config/default.yaml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6215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状态机与调度策略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MONITOR → CONVERSE → ALERT → EMERGENCY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紧急态可打断对话与常规任务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每个 tick 输出风险、回复、动作序列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便于日志审计与答辩讲解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2033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多模态风险融合（理论）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加权融合跌倒、情绪、健康三路分数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输出等级与原因列表，非黑盒端到端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阈值可配置，支持场景调参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契合医疗与养老合规沟通需求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6734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跌倒检测算法设计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输入：MediaPipe 骨架几何特征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快速跌倒 + 慢速躺倒（养老常见）双规则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合成 6 场景评测 F1=100%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可接摄像头或上传照片分析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90728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对话与情感模块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文本情感词典 + 情绪标签融合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DialogueManager 生成安抚话术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默认 Mock，可切换 LLM API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与 RiskEngine、CarePlanner 协同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44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数据处理与决策流水线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感知帧 → 特征 → 融合 → 状态机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CarePlanner 生成 RobotAction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RobotAdapter 下发仿真或 ROS2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全链路可在 Web 界面观察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17817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紧急响应链路（理论）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确认跌倒后按序触发四类动作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告警音 → 语音 → 家属通知 → 手势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EmergencyNotifier 记录推送渠道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端到端触发率评测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157431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9144000" cy="46680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3166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第三部分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60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CE6FF"/>
                </a:solidFill>
              </a:defRPr>
            </a:pPr>
            <a:r>
              <a:t>系统实现 · 实验验证 · 现场演示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Web 控制台实现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FastAPI 后端 + 浏览器前端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实时风险仪表盘、对话与指令流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支持上传照片 / 摄像头骨架分析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一键演示剧本：日常→倾诉→跌倒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2554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300989" y="914400"/>
            <a:ext cx="254202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53" y="969264"/>
            <a:ext cx="2432292" cy="3643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上传全身照后导出骨架叠加图 · 宽高比 0.48 · 支持答辩现场上传演示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系统界面：MediaPipe 骨架分析（上传照片）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3374" y="914400"/>
            <a:ext cx="709725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38" y="969264"/>
            <a:ext cx="6987522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989" y="914400"/>
            <a:ext cx="3170021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53" y="969264"/>
            <a:ext cx="3060293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997006" y="914400"/>
            <a:ext cx="7149986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70" y="969264"/>
            <a:ext cx="7040258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1167" y="914400"/>
            <a:ext cx="6881664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1" y="969264"/>
            <a:ext cx="6771936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1797787"/>
            <a:ext cx="8430767" cy="1986837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2651"/>
            <a:ext cx="8321040" cy="1877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跌倒检测 P/R/F1：100%（6类合成场景）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紧急呼叫端到端触发率：100%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单帧决策延迟 &lt; 50ms（CPU）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pytest + 无头压测全部通过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报告：fall_eval_report.json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2843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开源与可复现性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仓库：https://github.com/FBB123571/ElderCare-Humanoid-Platform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团队：从容应队（中山大学）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演示：bash scripts/run_web.sh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录像：docs/assets/demo_carecompanion.mp4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软著：申请中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9144000" cy="46680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3166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第四部分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60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CE6FF"/>
                </a:solidFill>
              </a:defRPr>
            </a:pPr>
            <a:r>
              <a:t>创新点 · 应用价值 · 后续计划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多模态可解释融合，优于模块堆叠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紧急硬优先级状态机 + 动作闭环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MediaPipe 视觉接入，非纯滑块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工程化：评测脚本 + 开源仓库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面向居家养老的应用场景明确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00002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后续工作计划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对接 Unitree 等人形真机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引入 UR Fall 等公开数据集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多房间遮挡与光照优化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养老院调研与产品化评估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软著与专利布局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17817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参考文献与资料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/ ROS2 文档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「十四五」养老服务规划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GitHub 开源仓库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0832" y="896112"/>
            <a:ext cx="4398264" cy="4096512"/>
          </a:xfrm>
          <a:prstGeom prst="rect">
            <a:avLst/>
          </a:prstGeom>
          <a:solidFill>
            <a:srgbClr val="EBF2FA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4325112" cy="17817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</a:defRPr>
            </a:pPr>
            <a:r>
              <a:t>扫码查看代码与演示视频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886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GitHub 完整源码与文档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在线 Web 演示（现场可复现）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演示录像已附仓库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欢迎评委扫码查阅</a:t>
            </a:r>
          </a:p>
        </p:txBody>
      </p:sp>
      <p:pic>
        <p:nvPicPr>
          <p:cNvPr id="6" name="Picture 5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932688"/>
            <a:ext cx="2011680" cy="2011680"/>
          </a:xfrm>
          <a:prstGeom prst="rect">
            <a:avLst/>
          </a:prstGeom>
        </p:spPr>
      </p:pic>
      <p:pic>
        <p:nvPicPr>
          <p:cNvPr id="7" name="Picture 6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024128"/>
            <a:ext cx="122072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pic>
        <p:nvPicPr>
          <p:cNvPr id="4" name="Picture 3" descr="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488"/>
            <a:ext cx="9144000" cy="4668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06883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敬请批评指正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5463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DCE6FF"/>
                </a:solidFill>
              </a:defRPr>
            </a:pPr>
            <a:r>
              <a:t>从容应队 · 中山大学</a:t>
            </a:r>
          </a:p>
          <a:p>
            <a:pPr algn="ctr">
              <a:defRPr sz="1400">
                <a:solidFill>
                  <a:srgbClr val="DCE6FF"/>
                </a:solidFill>
              </a:defRPr>
            </a:pPr>
            <a:r>
              <a:t>刘小凡 · 白冉 · 指导教师 彭键清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